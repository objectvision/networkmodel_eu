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λ-sweep over an LP relaxation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frontiers, integrality gaps, and what the Netherlands sweep tells 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lambda_sweep.jl  ·  NetworkModel_EU / ServiceAccess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LAMBDA_SWEEP.JL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 and what the sweep computes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9144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737360"/>
            <a:ext cx="11887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pharmacy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→ nearest existing pharmacy.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total travel cost, mean travel time, and the count of grid cells with at least one pharmacy (target_cells).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54480"/>
            <a:ext cx="91440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737360"/>
            <a:ext cx="11887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 — fix #facilities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travel time at sum_x ≈ target_cells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 wᵢ·c(tᵢⱼ)·yₖ + λ·Σⱼxⱼ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λ to land sum_x at the baseline cell count.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LP-relaxation of UFLP, strong linking yₖ ≤ x_{j(k)}.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91440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4297680"/>
            <a:ext cx="11887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 — fix travel cost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#facilities at C ≈ baseline cost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objective, different λ target.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point on sweep to the baseline travel cost; trade fewer pharmacies for the same access.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114800"/>
            <a:ext cx="91440" cy="2286000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sweep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— reduce both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9224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full Pareto frontier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5074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sweep w ∈ {1e-5 … 1e3}, then fine sweep bracketing the S1 and S2 targets.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sum_x and travel cost at each λ.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SWEEP TRACES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Pareto frontier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competing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total person-c(t), weighted by population.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count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sum_x, the LP-relaxed number of opened pharmacies.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sweep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λ gives one Pareto point (sum_x, travel_c).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λ → many cheap facilities, low travel.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λ → few expensive facilities, high travel.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and S2 are two specific points on the same curve.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sweep traces the curve between and beyond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120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(schematic)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81178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365760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450342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5349240"/>
            <a:ext cx="43891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965960"/>
            <a:ext cx="0" cy="338328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965960"/>
            <a:ext cx="109728" cy="41045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2376410"/>
            <a:ext cx="109728" cy="33664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8896" y="2713057"/>
            <a:ext cx="109728" cy="28110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8624" y="2994164"/>
            <a:ext cx="109728" cy="23826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8352" y="3232428"/>
            <a:ext cx="109728" cy="20452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3436951"/>
            <a:ext cx="109728" cy="17747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3614426"/>
            <a:ext cx="109728" cy="15545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7536" y="3769885"/>
            <a:ext cx="109728" cy="13730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7264" y="3907186"/>
            <a:ext cx="109728" cy="12214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6992" y="4029335"/>
            <a:ext cx="109728" cy="10937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4138709"/>
            <a:ext cx="109728" cy="9850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4237212"/>
            <a:ext cx="109728" cy="891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6176" y="4326388"/>
            <a:ext cx="109728" cy="811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5904" y="4407502"/>
            <a:ext cx="109728" cy="7409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4481601"/>
            <a:ext cx="109728" cy="6795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4549556"/>
            <a:ext cx="109728" cy="6254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5088" y="4612101"/>
            <a:ext cx="109728" cy="5775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4816" y="4669857"/>
            <a:ext cx="109728" cy="5349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24544" y="4723355"/>
            <a:ext cx="109728" cy="4969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34272" y="4773048"/>
            <a:ext cx="109728" cy="462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4819329"/>
            <a:ext cx="109728" cy="432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53728" y="4862536"/>
            <a:ext cx="109728" cy="4043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63456" y="4902967"/>
            <a:ext cx="109728" cy="37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73184" y="4940881"/>
            <a:ext cx="109728" cy="3562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82912" y="4976506"/>
            <a:ext cx="109728" cy="3353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2640" y="5010042"/>
            <a:ext cx="109728" cy="3162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02368" y="5041669"/>
            <a:ext cx="109728" cy="298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12096" y="5071545"/>
            <a:ext cx="109728" cy="2826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21824" y="5099811"/>
            <a:ext cx="109728" cy="2678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31552" y="5126594"/>
            <a:ext cx="109728" cy="254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0" y="5152008"/>
            <a:ext cx="109728" cy="2414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51008" y="5176156"/>
            <a:ext cx="109728" cy="2297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60736" y="5199129"/>
            <a:ext cx="109728" cy="2188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0464" y="5221011"/>
            <a:ext cx="109728" cy="2086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80192" y="5241878"/>
            <a:ext cx="109728" cy="1992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9920" y="5261799"/>
            <a:ext cx="109728" cy="1903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99648" y="5280838"/>
            <a:ext cx="109728" cy="1821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09376" y="5299051"/>
            <a:ext cx="109728" cy="174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19104" y="5316490"/>
            <a:ext cx="109728" cy="1671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228832" y="5333205"/>
            <a:ext cx="109728" cy="1603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45541" y="3665694"/>
            <a:ext cx="0" cy="15697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642459" y="3665694"/>
            <a:ext cx="300308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532731" y="3555966"/>
            <a:ext cx="219456" cy="219456"/>
          </a:xfrm>
          <a:prstGeom prst="ellipse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85259" y="32084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535813" y="5125666"/>
            <a:ext cx="219456" cy="219456"/>
          </a:xfrm>
          <a:prstGeom prst="ellipse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88341" y="47781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535813" y="3555966"/>
            <a:ext cx="219456" cy="219456"/>
          </a:xfrm>
          <a:prstGeom prst="ellipse">
            <a:avLst/>
          </a:prstGeom>
          <a:solidFill>
            <a:srgbClr val="F2B632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88341" y="32084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49440" y="5486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fewer facilities     sum_x     more facilities 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 rot="16200000">
            <a:off x="644652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17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strong-linking LP, sum_x is a continuous lower bound on integer facility count.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FRACTIONAL SUM_X IS INFORMATIVE, NOT NOISE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Integrality gap: LP can strictly beat 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75488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717060" y="2560320"/>
            <a:ext cx="1346180" cy="2331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717060" y="4892040"/>
            <a:ext cx="2692359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H="1" flipV="1">
            <a:off x="3063240" y="2560320"/>
            <a:ext cx="1346180" cy="2331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880360" y="237744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34180" y="470916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41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26540" y="470916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65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07270" y="354330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727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53450" y="354330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345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470916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0422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26602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87845" y="41993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60935" y="30335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10035" y="41993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36945" y="30335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 · 3 candidate pharmacies · weight = 1 each · λ =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integer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0" y="196596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one pharmacy:  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 + 3 + λ =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two:  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 + 1 + 2λ = 7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IP optimum = 7   (1 or 2 facilities)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3246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 fractional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3657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pPr indent="0" marL="0">
              <a:buNone/>
            </a:pPr>
            <a:r>
              <a:rPr lang="en-US" sz="14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(½, ½, ½)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each client routes ½ + ½ to its two near pharmacies (cost 1 each).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= 3, facility = 3 · ½ · 2 = 3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LP optimum = </a:t>
            </a:r>
            <a:pPr indent="0" marL="0">
              <a:buNone/>
            </a:pPr>
            <a:r>
              <a:rPr lang="en-US" sz="1800" b="1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(sum_x = 1.5, strictly &lt; IP = 7)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52160" y="5212080"/>
            <a:ext cx="5760720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sum_x is not a solver artefact. The LP frontier is a true lower bound; geographies that resist clean integer covering show the gap.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LOGS/LAMBDA_SWEEP_NETHERLANDS.LOG (WARM-START SIMPLEX)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Netherlands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7365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436801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25829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3889717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79989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3411415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01687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293311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2338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0200" y="245481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34508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00200" y="1976511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866783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892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60971" y="1645025"/>
            <a:ext cx="133731" cy="52182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94702" y="2166846"/>
            <a:ext cx="566287" cy="98754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989" y="3154391"/>
            <a:ext cx="876880" cy="71321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37870" y="3867601"/>
            <a:ext cx="1083838" cy="45180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1708" y="4319410"/>
            <a:ext cx="1468572" cy="27745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0280" y="4596864"/>
            <a:ext cx="1213866" cy="10162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0694" y="2102838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6981" y="3090383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73862" y="3803593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57700" y="4255402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26272" y="4532856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40138" y="4634482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60971" y="2283137"/>
            <a:ext cx="133731" cy="24202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994702" y="2525159"/>
            <a:ext cx="566287" cy="665917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560989" y="3191076"/>
            <a:ext cx="876880" cy="67530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437870" y="3866377"/>
            <a:ext cx="1083838" cy="45203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521708" y="4318411"/>
            <a:ext cx="1468572" cy="277952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5990280" y="4596363"/>
            <a:ext cx="1213866" cy="101948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796963" y="2219129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30694" y="2461151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96981" y="3127068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73862" y="3802369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57700" y="4254403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26272" y="4532355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40138" y="4634304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8994" y="2237509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6074" y="1963189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1440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584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80160" y="5532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1752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310896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5532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(rounded)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39496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5532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5" name="Text 7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1 613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  (1 992 raw)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3.44 min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 × 10⁷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Closest sweep point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0.2  ·  sum_x = 1 667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 × 10⁷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(−32 %)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</a:t>
            </a:r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 × 10⁷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(−33 %)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13-point coarse sweep (1-2-5 per decade) via warm-start dual simplex; fine sweep still running.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coincide until w ≈ 0.1 (frac_x ≈ 0). Beyond that, travel_c_ph2 falls below travel_relax because the rounding step promotes every fractional x[j] &gt; 0 to fully open — inflating the assignment's facility choice set.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3108960"/>
            <a:ext cx="1828800" cy="54864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Awaiting sweep output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chart + baseline / S1 / S2 numbers will appear here once lambda_sweep.jl finishes for France.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Italy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3108960"/>
            <a:ext cx="1828800" cy="54864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Awaiting sweep output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chart + baseline / S1 / S2 numbers will appear here once lambda_sweep.jl finishes for Italy.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Sweden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3108960"/>
            <a:ext cx="1828800" cy="54864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Awaiting sweep output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chart + baseline / S1 / S2 numbers will appear here once lambda_sweep.jl finishes for Sweden.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lambda_sweep.jl — UFLP-LP for pharmacy locations</dc:title>
  <dc:subject>PptxGenJS Presentation</dc:subject>
  <dc:creator>Servaas Storm / Object Vision</dc:creator>
  <cp:lastModifiedBy>Servaas Storm / Object Vision</cp:lastModifiedBy>
  <cp:revision>1</cp:revision>
  <dcterms:created xsi:type="dcterms:W3CDTF">2026-05-27T06:02:21Z</dcterms:created>
  <dcterms:modified xsi:type="dcterms:W3CDTF">2026-05-27T06:02:21Z</dcterms:modified>
</cp:coreProperties>
</file>