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60" r:id="rId3"/>
    <p:sldId id="261" r:id="rId4"/>
    <p:sldId id="257" r:id="rId5"/>
    <p:sldId id="258" r:id="rId6"/>
    <p:sldId id="262" r:id="rId7"/>
    <p:sldId id="259" r:id="rId8"/>
    <p:sldId id="263" r:id="rId9"/>
    <p:sldId id="264" r:id="rId10"/>
    <p:sldId id="265" r:id="rId11"/>
    <p:sldId id="266" r:id="rId12"/>
    <p:sldId id="267" r:id="rId13"/>
    <p:sldId id="268" r:id="rId14"/>
    <p:sldId id="307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615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742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03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5596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0848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006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924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4556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3670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4351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026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3371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0597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4761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1329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3005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2494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702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44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8275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3191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3549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19331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6835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11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969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50465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473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6837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3784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854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251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36306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54013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8769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0023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8183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0691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7237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202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1696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332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3740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518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33150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76654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854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313241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problem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uncapacitated facility location on the road OD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035040" cy="3108960"/>
          </a:xfrm>
          <a:prstGeom prst="roundRect">
            <a:avLst>
              <a:gd name="adj" fmla="val 1765"/>
            </a:avLst>
          </a:prstGeom>
          <a:solidFill>
            <a:srgbClr val="1223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r>
              <a:rPr lang="en-US" sz="1000" baseline="-40000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x,y</a:t>
            </a: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Σᵢ Σⱼ  popᵢ · c(tᵢⱼ) · yᵢⱼ   +   λ · Σⱼ xⱼ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s.t.</a:t>
            </a: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Σⱼ yᵢⱼ  =  1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client fully assigned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yᵢⱼ  ≤  xⱼ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only to open pharmacies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xⱼ ∈ {0,1}</a:t>
            </a:r>
            <a:r>
              <a:rPr lang="en-US" sz="1500" dirty="0">
                <a:solidFill>
                  <a:srgbClr val="FFD9A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relaxed to  0 ≤ xⱼ ≤ 1,   yᵢⱼ ≥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populated 1 km² cells (clients)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candidate pharmacy cells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(i,j)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where the road network gives tᵢⱼ ≤ t_max — the exported 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2801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— travel cost, t in minutes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12280" y="15270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c(t)=t; LOGISTIC c(t)=1/(1+e^−(t−30)/15). The swept LPs run once per function.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21214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— the price of a pharmacy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12280" y="23682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a+b·q reduces to λ·#open: the b·q part is constant once every client is assigned, so only the fixed cost a matters.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12280" y="296265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LP per λ, exact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12280" y="320954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+ HiGHS dual simplex; the model is built once and re-solved along the w-grid from the previous optimal basis (lp_run.jl solve_at_w!) — millions of yᵢⱼ, minutes per point.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12280" y="3858768"/>
            <a:ext cx="4937760" cy="713232"/>
          </a:xfrm>
          <a:prstGeom prst="roundRect">
            <a:avLst>
              <a:gd name="adj" fmla="val 6410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931152" y="3913632"/>
            <a:ext cx="471830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For review:  </a:t>
            </a:r>
            <a:r>
              <a:rPr lang="en-US" sz="83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client's OD is capped at its 5 nearest facilities (max_nr_facilities_per_client) — it shrinks the LP but limits reassignment choice; and in DK / ITG / FRM / SE2 not every client can be matched (unreachable within t_max → dropped from the baseline, forced-served in the LP), so ★ and frontier are not yet fully comparable there. Feedback welcome.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11274552" cy="1691640"/>
          </a:xfrm>
          <a:prstGeom prst="roundRect">
            <a:avLst>
              <a:gd name="adj" fmla="val 3243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1083564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relaxation, and what it buys.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xⱼ ∈ {0,1} this is the (NP-hard) uncapacitated facility-location problem, in its strong disaggregated formulation — one yᵢⱼ ≤ xⱼ per OD pair — whose LP relaxation is known to be nearly integral, which the sweeps confirm (frac_x stays small). The LP optimum is a certified </a:t>
            </a: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grey dashed line); rounding x* to a real set of pharmacies (multistart, p. 6) gives a feasible </a:t>
            </a:r>
            <a:r>
              <a:rPr lang="en-US" sz="10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integer optimum is pinched between the two (+0–18% LINEAR, +0–4.7% LOGISTIC).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to the p-median problem.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Imposing the count (Σⱼ xⱼ = p) instead of pricing it gives exactly the p-median problem with costs c(tᵢⱼ) (ReVelle &amp; Swain 1970) — S1 at the baseline count is a p-median instance. The λ-sweep is its Lagrangian relaxation w.r.t. that constraint (Cornuéjols, Fisher &amp; Nemhauser 1977): it recovers only the p’s on the lower convex envelope of the p-median value function, so p-values in non-convex gaps are unreachable by any λ — there S1/S2 are interpolated between sweep points, or pinned exactly with the cardinality constraint (roadmap: better S1/S2 estimations). The swap polish of p. 6 is the classic p-median vertex-substitution search.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lp_run.jl (build_lp_warmstart / solve_at_w!) · weights popᵢ = total residents of cell i (CLIENT_WEIGHT=total_pop) · OD from GeoDMS impedance_matrix_od64, t = seconds/60.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24387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FROM FRACTIONS TO PHARMACIES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multistart rounds the LP relaxation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and why it is an upper bound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2801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545336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round(Σ xⱼ*) — the integer pharmacy count nearest the LP's fractional total, so every rounded point stays on the same axis as the relaxation.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10 candidate sets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441448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by x* and the lazy-greedy set (CELF, Leskovec et al. 2007 — marginal travel gains are submodular), so the result can never be worse than either; plus 8 x*-weighted random draws (Efraimidis–Spirakis 2006 A-Res); must-open pharmacies (x*≈1) are always kept.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7238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by swaps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3337560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best-improving open↔closed swaps over the fractional pool — the classic p-median vertex-substitution search, in its fast-interchange form (Resende &amp; Werneck 2007). Each swap is accepted only if the exact travel delta improves — cost strictly decreases, ≤ 12 rounds per seed.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986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coverage-honestly, keep the best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4233672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priced at its nearest open pharmacy, c(t); a client left with no open pharmacy in the OD (stranded) is priced at c(t_max) — the worst travel time in the data, so abandoning remote clusters is never free. Lowest total wins.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1298448"/>
            <a:ext cx="4416552" cy="3566160"/>
          </a:xfrm>
          <a:prstGeom prst="roundRect">
            <a:avLst>
              <a:gd name="adj" fmla="val 1538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498080" y="14081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an upper bound 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40690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rounded set is a feasible point of the original problem: exactly p pharmacies actually open (x integer) and every client explicitly assigned. Feasible ⟹ its objective can only be ≥ the integer optimum, which is ≥ the LP optimum: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relax  ≤  integer optimum  ≤  multistart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whenever stranded = 0 — the common case (see the summary table). With stranding, strict full-coverage is infeasible at that count; the point is then priced conservatively (c is non-decreasing, so c(t_max) ≥ any real within-OD assignment) and the stranded count is reported next to every figure.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multi-vs-relax column in the end tables is therefore a certified optimality gap: the integer optimum lies inside it.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5166360"/>
            <a:ext cx="10835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implementation (lp_run.jl). 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LP-guided matheuristic. The swap profit is the exact per-swap travel change (gain − loss + interaction term — verified case-by-case), so polish is monotone and multistart ≤ min(top-p, greedy) by construction; the final choice re-evaluates every polished set from scratch (travel_of). Deterministic: fixed RNG seed, so decks reproduce. Cost: seconds per point — the LP solve dominates.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lp_run.jl: multistart_round (seeds), swap_round! (fast interchange), travel_of (coverage-honest metric), assign_nearest (final assignment) · MS_RESTARTS=10, MS_ROUNDS=12, MS_SEED fixed.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6758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909067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67985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118147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83886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89278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34696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074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375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94250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80609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656394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3.83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413k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201530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861 cells · 4.43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763k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90814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746 cells · 7.31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35.6M · LOG 932k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58701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444 cells · 6.64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33.9M · LOG 919k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63079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4.67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41.0M · LOG 1.4M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00176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30.6M · LOG 1.4M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082061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1,622 cells · 4.15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1.6M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610171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71310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63968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861766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111322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149830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393583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560494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494575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274573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5151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442673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730170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237025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460629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767294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778356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581134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537240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138608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321341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596099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483410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41,362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1278066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923267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(1843)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(1740)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(1781)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(1684)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 (2758)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 (1517)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(2437)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(1230)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(753)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 (1238)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(223)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 (610)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242121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Poland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4868225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90104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10440</Words>
  <Application>Microsoft Office PowerPoint</Application>
  <PresentationFormat>Widescreen</PresentationFormat>
  <Paragraphs>2976</Paragraphs>
  <Slides>52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2026-07-02T11:56:37Z</dcterms:modified>
</cp:coreProperties>
</file>