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84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134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4285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6929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217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543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8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218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75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844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8257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4618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9186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353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7210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283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5267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5575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218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3065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070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7978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3229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1921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307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79805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511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72824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77137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47630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55362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59723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99041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28554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51226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83730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52784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293184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789079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828748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72900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72106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534596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25040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933492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617809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51310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38430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795979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stitching (overlapping borders) · non-linear facility cost (after linear) · other travel shapes if needed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8573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4654</Words>
  <Application>Microsoft Office PowerPoint</Application>
  <PresentationFormat>Widescreen</PresentationFormat>
  <Paragraphs>1044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2026-06-10T10:51:09Z</dcterms:modified>
</cp:coreProperties>
</file>