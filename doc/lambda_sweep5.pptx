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98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2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188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377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552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0052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709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51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5123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271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4572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446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1175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42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1642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4603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871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780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195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9381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3188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0251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5788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8102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71001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38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2938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2509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4467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2088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359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287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405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9841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0846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05011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96802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005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135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14494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27862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428027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750697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133059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47070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77748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843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5900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9595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2858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85337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21186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2813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86155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67369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56908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338684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2524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88176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00136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32939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228471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845875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0686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250171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124220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72546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11054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4327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302646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148886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465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083180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484315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620985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792857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899747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67102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7992</Words>
  <Application>Microsoft Office PowerPoint</Application>
  <PresentationFormat>Widescreen</PresentationFormat>
  <Paragraphs>2497</Paragraphs>
  <Slides>43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2026-06-23T13:49:12Z</dcterms:modified>
</cp:coreProperties>
</file>