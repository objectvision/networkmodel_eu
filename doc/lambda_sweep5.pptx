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84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62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5818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61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7204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0246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31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374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36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4154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73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007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1650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4051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628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954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21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610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142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116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4885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6739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7790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755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08007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25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841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35352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75746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50358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05515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47917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8504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73423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76918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0761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06025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55951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35355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63471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686761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773366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02568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095903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611269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247789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16384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42619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stitching (overlapping borders) · non-linear facility cost (after linear) · other travel shapes if needed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13166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4619</Words>
  <Application>Microsoft Office PowerPoint</Application>
  <PresentationFormat>Widescreen</PresentationFormat>
  <Paragraphs>1042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2026-06-10T10:11:18Z</dcterms:modified>
</cp:coreProperties>
</file>