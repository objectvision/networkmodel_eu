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99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7217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5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5909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3604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999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1910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1810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71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291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557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3130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93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6905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5404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07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8360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9250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5112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30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0845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9231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3558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47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438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6576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6081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6756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3039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335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5590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5801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7246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0251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65814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9277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773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496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55655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250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24717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92821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30165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1147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12962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39054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108870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13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2336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62063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56608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63565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6005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97586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38094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41030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29893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74671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39309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825091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76746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192386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50854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126362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294224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019656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704863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28687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799154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289642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068803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09913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532231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571743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240792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5256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639747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9984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021855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28121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8152</Words>
  <Application>Microsoft Office PowerPoint</Application>
  <PresentationFormat>Widescreen</PresentationFormat>
  <Paragraphs>2539</Paragraphs>
  <Slides>44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2026-06-23T13:57:44Z</dcterms:modified>
</cp:coreProperties>
</file>