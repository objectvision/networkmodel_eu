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85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7685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8387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364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22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6093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634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1989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5426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2226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8618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084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139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676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6902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4162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0866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0260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4816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7310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2284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1261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4072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5279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9372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085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61985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722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01791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02788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10945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57004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43410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07084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165791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12962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71453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422276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08466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96626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705357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247233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919100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863510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030183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260852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759292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946485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420960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97643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Bernhard's &amp; Lewis's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— replaces the old one-by-one greedy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a+bx → reduces to λ·#facilities in the LP (λ = w·a, a=100k)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λ-sweep → Pareto curve of #facilities vs travel cost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 (↓both)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 (this deck)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Inhabited-cell candidates; pharmacies merged per grid cell (1 992→1 617 in NL)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(NUTS-1) analysis — 22 regions across FR/IT/SE/NL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= the LP lower bound (travel_relax); rounded to integer by multistart, so we ship whole pharmacies — and the fractional LP is the cheap part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24528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Status-quo → curve distance: coverage-honest (stranded priced at c(t_max)); a single 2-D distance metric still to formalize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params: now midpoint 30 / scale 15 min — retune to Lewis's ~5 &amp; ~45-min kinks, then sweep sensitivity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vs unconstrained-frontier gap — have per-region curves, not yet the "how far from unconstrained" comparison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FR1, ITG, SE2 vs the much-lower baseline — higher λ required? (baseline &amp; sweep use different location sets)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66176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 real pharmacy a,b (schools: 99 699 + 3 277.5x); decide if fixed cost depends on &lt;6-y care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— e.g. express it in travel-time-equivalent units (person-min per facility)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pharmacies ⊂ settlements, then restrict locations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Catchment-realism check outside urban areas — any cell un-servable by one pharmacy?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facility cost (after linear) · other travel shapes if needed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Mixed-integer testing of S2 for a few small regions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 indicators as in his e-mail of 22 May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(easy) · replace a known X% (easy) · choose which X to close (hard)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locations &amp; client counts for NL and ITF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59893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 constant with vs without &lt;6-y care?  ·  logistic vs linear = the equity-weighting choice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053527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75310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4806</Words>
  <Application>Microsoft Office PowerPoint</Application>
  <PresentationFormat>Widescreen</PresentationFormat>
  <Paragraphs>1078</Paragraphs>
  <Slides>30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2026-06-10T13:23:28Z</dcterms:modified>
</cp:coreProperties>
</file>