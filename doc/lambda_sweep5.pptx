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86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17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298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836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07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783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3742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202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565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3571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91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9562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583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339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0811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0777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508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80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5694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8585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90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167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2739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8711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5656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05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052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INDICATORS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pharmacy distribution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descriptive indicators (Lewis, 22 May)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&gt;1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max/cell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cell is this one (pharmacies combined per cell); catch p10/50/90 = percentiles of that catchment population. Per-pharmacy distribution &amp; full percentiles in pharmacy_descriptives.csv.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93365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84850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092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38811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239631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50757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4133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763932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29034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21846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09937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85201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5716156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30318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40591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66682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64772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078235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1991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9854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81323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028397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73921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526101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079827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891409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41792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4917</Words>
  <Application>Microsoft Office PowerPoint</Application>
  <PresentationFormat>Widescreen</PresentationFormat>
  <Paragraphs>1132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2026-06-22T08:38:05Z</dcterms:modified>
</cp:coreProperties>
</file>