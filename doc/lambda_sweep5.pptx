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89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8903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9591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9076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0793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4151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2068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1400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8056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9522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2182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3167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2085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1190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49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9037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0632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7912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084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2934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2767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42200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4821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896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65757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39435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843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0892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22992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607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41,191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16,204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33,880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is this one (a cell's catchment split evenly among the pharmacies in it); p10..max = percentiles of that per-pharmacy catchment. Source: pharmacy_descriptives.csv (Lewis,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545698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33,880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31,780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is this one (a cell's catchment split evenly among the pharmacies in it); p10..max = percentiles of that per-pharmacy catchment. Country rows bold, NUTS1 indented below. Source: pharmacy_descriptives.csv (Lewis,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1805909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41,191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55,802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27,272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is this one; p10..max = percentiles of that per-location catchment. Source: pharmacy_descriptives.csv (Lewis,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962871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16,399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55,802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11,379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33,096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is this one; p10..max = percentiles of that per-location catchment. Country rows bold, NUTS1 indented below. Source: pharmacy_descriptives.csv (Lewis,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983347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98751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738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935574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11396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22057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44753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457237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351166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920682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94130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883797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351625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282217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5334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0604753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219009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768853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86438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773371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408305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3194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080689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793387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897183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Bernhard's &amp; Lewis's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— replaces the old one-by-one greedy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a+bx → reduces to λ·#facilities in the LP (λ = w·a, a=100k)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λ-sweep → Pareto curve of #facilities vs travel cost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 (↓both)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 (this deck)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Inhabited-cell candidates; pharmacies merged per grid cell (1 992→1 617 in NL)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Per-region (NUTS-1) analysis — 22 regions across FR/IT/SE/NL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= the LP lower bound (travel_relax); rounded to integer by multistart, so we ship whole pharmacies — and the fractional LP is the cheap part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24528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07408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Status-quo → curve distance: coverage-honest (stranded priced at c(t_max)); a single 2-D distance metric still to formalize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params: now midpoint 30 / scale 15 min — retune to Lewis's ~5 &amp; ~45-min kinks, then sweep sensitivity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vs unconstrained-frontier gap — have per-region curves, not yet the "how far from unconstrained" comparison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FR1, ITG, SE2 vs the much-lower baseline — higher λ required? (baseline &amp; sweep use different location sets)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83296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7888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66176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 real pharmacy a,b (schools: 99 699 + 3 277.5x); decide if fixed cost depends on &lt;6-y care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— e.g. express it in travel-time-equivalent units (person-min per facility)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pharmacies ⊂ settlements, then restrict locations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Catchment-realism check outside urban areas — any cell un-servable by one pharmacy?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facility cost (after linear) · other travel shapes if needed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Mixed-integer testing of S2 for a few small regions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 indicators as in his e-mail of 22 May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(easy) · replace a known X% (easy) · choose which X to close (hard)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locations &amp; client counts for NL and ITF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59893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 constant with vs without &lt;6-y care?  ·  logistic vs linear = the equity-weighting choice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8784728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81932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6008</Words>
  <Application>Microsoft Office PowerPoint</Application>
  <PresentationFormat>Widescreen</PresentationFormat>
  <Paragraphs>1974</Paragraphs>
  <Slides>34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2026-06-22T13:14:02Z</dcterms:modified>
</cp:coreProperties>
</file>