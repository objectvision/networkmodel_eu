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86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9977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256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739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2347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1977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666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5638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364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4470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8743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4589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534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592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5686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1312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5011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820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3246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6512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0891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3112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7439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1308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4420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007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294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INDICATORS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Observed pharmacy distribution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descriptive indicators (Lewis, 22 May)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 &gt;1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max/cell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cell is this one (pharmacies combined per cell); catch p10/50/90 = percentiles of that catchment population. Country rows bold, NUTS1 below. Per-pharmacy distribution &amp; full percentiles in pharmacy_descriptives.csv.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177531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72494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46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09649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44028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2199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16309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54230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16548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988986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71108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173017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952549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51684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144449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0179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869624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172677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03660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991060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35643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77964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177415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564600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046509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Bernhard's &amp; Lewis's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— replaces the old one-by-one greedy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a+bx → reduces to λ·#facilities in the LP (λ = w·a, a=100k)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λ-sweep → Pareto curve of #facilities vs travel cost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 (↓both)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 (this deck)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Inhabited-cell candidates; pharmacies merged per grid cell (1 992→1 617 in NL)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(NUTS-1) analysis — 22 regions across FR/IT/SE/NL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= the LP lower bound (travel_relax); rounded to integer by multistart, so we ship whole pharmacies — and the fractional LP is the cheap part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24528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Status-quo → curve distance: coverage-honest (stranded priced at c(t_max)); a single 2-D distance metric still to formalize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params: now midpoint 30 / scale 15 min — retune to Lewis's ~5 &amp; ~45-min kinks, then sweep sensitivity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vs unconstrained-frontier gap — have per-region curves, not yet the "how far from unconstrained" comparison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FR1, ITG, SE2 vs the much-lower baseline — higher λ required? (baseline &amp; sweep use different location sets)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66176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 real pharmacy a,b (schools: 99 699 + 3 277.5x); decide if fixed cost depends on &lt;6-y care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— e.g. express it in travel-time-equivalent units (person-min per facility)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pharmacies ⊂ settlements, then restrict locations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Catchment-realism check outside urban areas — any cell un-servable by one pharmacy?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facility cost (after linear) · other travel shapes if needed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Mixed-integer testing of S2 for a few small regions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 indicators as in his e-mail of 22 May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(easy) · replace a known X% (easy) · choose which X to close (hard)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locations &amp; client counts for NL and ITF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59893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constant with vs without &lt;6-y care?  ·  logistic vs linear = the equity-weighting choice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171460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1538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5129</Words>
  <Application>Microsoft Office PowerPoint</Application>
  <PresentationFormat>Widescreen</PresentationFormat>
  <Paragraphs>1316</Paragraphs>
  <Slides>31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2026-06-22T07:13:35Z</dcterms:modified>
</cp:coreProperties>
</file>