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9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6587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0896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9111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6607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4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8328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39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6004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7055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235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1130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496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0666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7725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9042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937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9484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920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0335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6325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9096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1823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9628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4761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2384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5289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631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673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55024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1464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4698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7465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34994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71778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58858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76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014604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547826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91672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659559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06412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53535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89406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0093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838382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0929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70124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78926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2,957 cells · 1.85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21.2M · LOG 1.5M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56383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8441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305779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32206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32074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246037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05235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148229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85320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979932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180644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990932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119411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61619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074377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884318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984554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37175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758436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134898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364098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073682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935374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25733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90319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7666</Words>
  <Application>Microsoft Office PowerPoint</Application>
  <PresentationFormat>Widescreen</PresentationFormat>
  <Paragraphs>2411</Paragraphs>
  <Slides>41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2026-06-23T12:06:56Z</dcterms:modified>
</cp:coreProperties>
</file>