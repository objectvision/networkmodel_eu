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26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397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51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362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847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99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74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4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353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3959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856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535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4694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9049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8501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7187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09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291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936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063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793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196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956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646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1090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5559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171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811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794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08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41,191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is this one (a cell's catchment split evenly among the pharmacies in it); p10..max = percentiles of that per-pharmacy catchment.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664218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is this one (a cell's catchment split evenly among the pharmacies in it); p10..max = percentiles of that per-pharmacy catchment. Country rows bold, NUTS1 indented below.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31135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41,191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is this one; p10..max = percentiles of that per-location catchment.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85150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is this one; p10..max = percentiles of that per-location catchment. Country rows bold, NUTS1 indented below. Source: pharmacy_descriptives.csv (Lewis,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0196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0759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32147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515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22139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2347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06469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54860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12240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02671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8279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67338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430326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52832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8905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71716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571601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068269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68946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33118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67971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02571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3030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831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453904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92868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687376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3927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6253</Words>
  <Application>Microsoft Office PowerPoint</Application>
  <PresentationFormat>Widescreen</PresentationFormat>
  <Paragraphs>2001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2026-06-23T04:51:41Z</dcterms:modified>
</cp:coreProperties>
</file>