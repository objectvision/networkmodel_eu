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0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9139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4954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0612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2283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8514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2446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9874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8151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9836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9727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623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9184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2257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2487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0757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1625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6758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17690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857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0970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0672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398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9837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5887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25727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6584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694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8614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0816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236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010811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554435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266504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88629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5851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7203176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3070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18622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411855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631708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181353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71867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30952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169469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028078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614040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888160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690227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902359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882875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138917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054553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898328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01266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902039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654819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528788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5054422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707044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575299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422071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6638</Words>
  <Application>Microsoft Office PowerPoint</Application>
  <PresentationFormat>Widescreen</PresentationFormat>
  <Paragraphs>2177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2026-06-23T09:38:28Z</dcterms:modified>
</cp:coreProperties>
</file>