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9"/>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245996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3288756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41616413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851080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5397779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2903003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550720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5701489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984823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2706938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2079279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938937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684394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680705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689921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3996903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392638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259270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404397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8977896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8622276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0184699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1174794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4560779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5764503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1837810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1623079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067360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3930924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12808000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40029271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37602634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1922069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5894726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38322612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0292465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1593374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7469402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57353081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9828385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83280573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1375510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04239617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1659322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94950407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6420478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31053202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138548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2659253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4545116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49868703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2797750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68492994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99998604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695935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12248482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323122507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33892278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417600883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36733739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67760797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2836139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264775605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36763630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43579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11509967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847197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480949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415409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9898280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843450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365313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4276233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281664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25145520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41388242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3133004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776357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764822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72382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4224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320161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2092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59173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747559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9589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27911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734393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56781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38843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7090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566745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428157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752867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006716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10158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5017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1921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952267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937305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11112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52735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85591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483017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694828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56731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662730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80184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36459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699234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679030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950010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563401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6657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7287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707382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878943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07453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91478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79489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941526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39042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51,637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35,813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469,380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51,372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204,373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(237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18987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19,772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2804805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13,176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14,798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−27.7%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−319 k min · −18.8%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−14.6% · +6.4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−183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54,063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15,502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03745596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6789505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22006086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2695517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p74–77)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42576783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9F3E63-E464-C1F2-4B28-079F61B5567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DA0CD37-0CA4-73FB-EB58-FD5F05FD3082}"/>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491D110F-18FC-299E-6AD2-67168004E172}"/>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99802020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3B1D80-D849-10BA-4854-438DF75C1BA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4F64F1F-3BE3-C4AA-2B7B-E6EC6424EE68}"/>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D2C636FB-0585-D261-69D4-9D2001A89198}"/>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638915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7752A3-8991-5C5A-047C-ED30A639A37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248435E-C9CF-7633-08A9-1ADFEEE77AB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97204653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995B40-45BB-DE49-5C5D-0E27E5FF250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1B4AC1-FE36-8113-86DC-13FB5956621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2801219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0C41EE-2B24-5B52-1C1A-2933D63E82C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A0A28B1-25E4-AD7C-A839-AD223BC61C8D}"/>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5161AB3D-C333-1229-BF5C-027818FD3B94}"/>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182709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72E7BF3-E80F-C009-5F88-EC37A640A88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B2D28E5-E375-EB42-3544-6438656B499F}"/>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ACE79024-6DE9-5108-DA40-127EC777E1A7}"/>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4467578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733F8A8-326A-1294-CE44-5EC6C7CFE5E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DD0AE8B-11CD-164D-73C9-F8B5DB9CA86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3574628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35210F-29FE-F088-5156-F733AC80C5B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262E564-2679-8B9B-B2E2-70569197E54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43978567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CFA8B2A-B600-6DF4-DE45-0956DED1E0A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97E3065-A9E4-B4C6-6334-9A697435321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0064345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26EAD9-AC9A-90ED-2C2F-5B51758257B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4CD81F2-31CF-C7E2-23C0-5AB2DBD03D7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830067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19577</Words>
  <Application>Microsoft Office PowerPoint</Application>
  <PresentationFormat>Widescreen</PresentationFormat>
  <Paragraphs>3879</Paragraphs>
  <Slides>77</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77</vt:i4>
      </vt:variant>
    </vt:vector>
  </HeadingPairs>
  <TitlesOfParts>
    <vt:vector size="82"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2026-09-16T11:05:32Z</dcterms:modified>
</cp:coreProperties>
</file>