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0"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1" r:id="rId66"/>
    <p:sldId id="322" r:id="rId67"/>
    <p:sldId id="323" r:id="rId68"/>
    <p:sldId id="324" r:id="rId69"/>
    <p:sldId id="325" r:id="rId70"/>
    <p:sldId id="326" r:id="rId71"/>
    <p:sldId id="327" r:id="rId72"/>
    <p:sldId id="328" r:id="rId7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29200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09801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77815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659854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09931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610308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457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30462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0236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523049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18713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1476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3472897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070802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2741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752490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41117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566675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1700063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026351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32679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473149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8872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978024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79293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2277610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6670793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1755886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8971160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96276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321041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424525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51083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322696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529724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8860343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1750363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556092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771319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546136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972465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379484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2612180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3878915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853832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60950979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4955930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652111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702633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283449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7426255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97250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1377158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65141220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4053998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17062284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357910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239041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1862351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899007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2023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42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407915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3062181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793654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89384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6778252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8654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71193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224440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597500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965737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280797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241581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0405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46918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74592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03615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1093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8476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3777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0704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0961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6540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5173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6801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34170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50838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0607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5789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3114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350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56426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81211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06223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4831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967661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33249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5103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93340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50846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626745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07716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6626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96166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629788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922185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90481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7373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82204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867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98641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432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87850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9435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94412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71568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3104898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702090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9613949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6903489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(p60–61)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a:t>
            </a:r>
            <a:endParaRPr lang="en-US" sz="1000" dirty="0"/>
          </a:p>
        </p:txBody>
      </p:sp>
    </p:spTree>
    <p:extLst>
      <p:ext uri="{BB962C8B-B14F-4D97-AF65-F5344CB8AC3E}">
        <p14:creationId xmlns:p14="http://schemas.microsoft.com/office/powerpoint/2010/main" val="20731515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546097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2F8BFA-C666-0F6A-20B8-90736D17484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972CC66-3A96-82ED-833B-21C9815A87A0}"/>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8828033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907464-AD1D-C4F4-BA70-F9537FC5B10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661A8B4-DA44-13D6-978B-51ACFCF54068}"/>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985291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536C92-4E44-2F33-8B91-F1B94A7DFF3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73C0DE3-B7C1-B2C8-ABB8-D6EF39ECAC26}"/>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3D5F105B-D17F-EC00-F18E-FF49659A8EB6}"/>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565486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0E7CFA-6AAB-1D23-33E8-BE7FE73795F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EBE448B-A27F-645E-0DDA-97DB42CB1802}"/>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55481914-7090-4511-42CA-D608D03EBBCF}"/>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9797947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DF6627-DBDB-856C-48B6-D9376ABD77B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E42147-87E6-13D7-820A-D13142D7811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25965114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BC9ABC-0359-0CE5-0B3D-1C5DE1B6FEB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56401CC-3DDC-B27C-8E38-4E31383015B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250014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33DD38-2B1F-94F4-AEB7-C79044F8FCC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1C45435-5E0E-8872-9475-E5C3EDEF286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9989845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D88563-AA69-BB74-468B-2F63DA77CAC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1E5F3E3-6473-14B3-AEC8-0CDFDC3B9B1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265055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16920</Words>
  <Application>Microsoft Office PowerPoint</Application>
  <PresentationFormat>Widescreen</PresentationFormat>
  <Paragraphs>3658</Paragraphs>
  <Slides>72</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2026-09-04T17:19:01Z</dcterms:modified>
</cp:coreProperties>
</file>