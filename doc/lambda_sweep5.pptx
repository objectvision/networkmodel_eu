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8"/>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803206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97034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68914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093744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82390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397632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6769231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361207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6599989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1509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06529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1474484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9279542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184626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9468122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712512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1360900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100686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609252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6800474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6065214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824061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925379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543452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2747924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6276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5320947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7040467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6984758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0572569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7640164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2341357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78328395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7178373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9480850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1510461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9355090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279277110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442693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24931829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1194564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5255585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83688461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1838223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87163557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988236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87879399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4029126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422716174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0472427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6542755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9063858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42385736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7739220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6535547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1640978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330837464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039475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4809968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97627459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6144234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284867326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2087253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7834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222967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2767479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93786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829714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258746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4596307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36 of 43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848754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1115712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502269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714853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0414349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18378846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997135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29971044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81562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114002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140678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31682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51894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417115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062624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321359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90484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733000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17456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87313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86594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97088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81390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172597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749942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98265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272102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469610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552932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121985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526977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76587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693258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71127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484835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41857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366332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07565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63973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83076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118658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761853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954903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6378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327631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49784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718171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490126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824318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981577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922353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51,637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35,813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469,380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51,372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204,373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(237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2417054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19,772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6383560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13,176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14,798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−27.7%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−319 k min · −18.8%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−14.6% · +6.4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−183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54,063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15,502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4081115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40465577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 on the OECD data the sparse Nordic and Baltic areas lead (SE1, Norway, Lithuania, SE2, Estonia); the Italian lead of earlier decks was missing data</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the principled way to make the largest LPs tractable (country-level Poland) now that the stride subsample is retired;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for equity, or keep soft coverage?</a:t>
            </a:r>
            <a:endParaRPr lang="en-US" sz="1000" dirty="0"/>
          </a:p>
        </p:txBody>
      </p:sp>
    </p:spTree>
    <p:extLst>
      <p:ext uri="{BB962C8B-B14F-4D97-AF65-F5344CB8AC3E}">
        <p14:creationId xmlns:p14="http://schemas.microsoft.com/office/powerpoint/2010/main" val="71280320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1193006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28A873-FCF5-7F6F-5B3C-B745A957863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E272DC6-EEFB-0851-4048-C9D25B53E640}"/>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D82ADE85-139A-EDEE-8FBC-F87799C0FB9A}"/>
              </a:ext>
            </a:extLst>
          </p:cNvPr>
          <p:cNvSpPr txBox="1"/>
          <p:nvPr/>
        </p:nvSpPr>
        <p:spPr>
          <a:xfrm>
            <a:off x="381000" y="5884607"/>
            <a:ext cx="11430000" cy="507831"/>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5206810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12AD41F-AE31-F381-7F3B-953DA3B205A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1CB3C51-5881-C8FE-0EDA-8F08B66F94B4}"/>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86EE71CC-0C6E-DD9A-39BC-CAAC8960B7D1}"/>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7835571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AF6DCC-65D6-3450-51D9-45DD40822C9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444E9BD-00EB-34F4-A234-CCBB523029F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4953006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3DCD82-C8A9-16CE-95EE-0DA1E855FA8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12DFA70-75C4-648C-4672-BD2E13440434}"/>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7494152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84F9E7-EACA-C60E-1C5E-68DB8CBD4D3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3131633-7C3B-6B5B-00AD-692813BFDF20}"/>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A7254F8A-3027-0A56-CB8C-1C957B52DE73}"/>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3067369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8D25E-4443-90B9-1B32-E1C506904A3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858FA08-BC5D-B9EB-78DC-EAEC7E96E486}"/>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89250471-9B92-623D-03B0-09ECC53C38EB}"/>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5603671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924C72-959E-46F0-FA7F-8CC0B5CFA5A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6615A3A-3B36-EFE2-892B-4B34C3693BB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6288309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EB768E3-C5F6-DF37-151C-0D92933DB14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2B3BD94-5286-D852-F6A8-733445EC733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592073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C5C250-EAFD-9D6B-B2B4-BD5F8327395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F57DBDA-929D-0415-68AC-E5AC1032E10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481161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148558-289B-157B-F010-42B0AA908C0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69F9E3E-270E-A218-1EC5-6A016FE1D3B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0096874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18186</Words>
  <Application>Microsoft Office PowerPoint</Application>
  <PresentationFormat>Widescreen</PresentationFormat>
  <Paragraphs>3818</Paragraphs>
  <Slides>76</Slides>
  <Notes>66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2026-09-15T21:05:40Z</dcterms:modified>
</cp:coreProperties>
</file>