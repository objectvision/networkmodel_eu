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303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344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70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6391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99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16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69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3239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795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7057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09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038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99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7779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691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8627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715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9072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448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6614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561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1397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9129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900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303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087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6172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480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5553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722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8413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16602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04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558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2120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0840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2685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4919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5756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9562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74636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6018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704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08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66209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11072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72500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446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1117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20768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5261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18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85568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64343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02461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961488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3.83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413k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475441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71265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 cells · 6.64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33.9M · LOG 919k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49053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41.0M · LOG 1.4M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7442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795986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675058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41115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44654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392572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56852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54860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57271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59761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1771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31759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142417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642559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66047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326473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20391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29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27776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67287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398982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1714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235628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289905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575384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2636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 Country-level sweeps only; FR/IT/SE are run per-NUTS1.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857681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 (2758)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 (1517)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(2437)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(1230)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(753)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 (1238)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8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827476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Poland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182358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9106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8844</Words>
  <Application>Microsoft Office PowerPoint</Application>
  <PresentationFormat>Widescreen</PresentationFormat>
  <Paragraphs>2749</Paragraphs>
  <Slides>48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2026-06-24T14:53:10Z</dcterms:modified>
</cp:coreProperties>
</file>