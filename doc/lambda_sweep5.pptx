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90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0492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198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0102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9155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2153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4775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1619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761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2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5025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3699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9870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8748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17299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1258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99085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790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1408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9049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1349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2176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73958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8846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69844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9095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4958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67032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399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6570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4076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8240864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8234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33,771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404272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8922585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811126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544454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1261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913342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990099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542685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722683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63323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780511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35778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1325432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056023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070408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321423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258993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9015360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806942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471956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158086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400243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880601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551480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159989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743880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210079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945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57200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A→D ladder per scenario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start at A, only step down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877824"/>
            <a:ext cx="114300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shift (May–Jun thread): </a:t>
            </a:r>
            <a:r>
              <a:rPr lang="en-US" sz="10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mechanisms are a </a:t>
            </a:r>
            <a:r>
              <a:rPr lang="en-US" sz="10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max-catchment cap</a:t>
            </a:r>
            <a:r>
              <a:rPr lang="en-US" sz="10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n-US" sz="10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min-catchment threshold</a:t>
            </a:r>
            <a:r>
              <a:rPr lang="en-US" sz="10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(urban pharmacies optionally held fixed). The </a:t>
            </a:r>
            <a:r>
              <a:rPr lang="en-US" sz="10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facility-cost λ-sweep is Option D — the fallback</a:t>
            </a: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this deck still presents D as the headline.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→ Pareto curve of #facilities vs travel cost (Option 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of Lewis's 22-May descriptive indicators, per country (deck pages 5–8)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Catchments now by ROAD-network travel time (not Euclidean); #empty + smallest non-zero catchment reported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Cap-ladder rungs (cost-function-free): S1-A multiple/cell · S1-B one/cell · S2-A/B min+max cap — run for NL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17 countries + per-NUTS-1 (FR/IT/SE); inhabited-cell candidates, pharmacies merged per cell (1 992→1 617 NL)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24528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07408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the 13 newly-available countries (small→large) — networks + OD now prepped per 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Max-catchment cap from the observed distribution (95th pct / max) — distribution now in hand from the descriptives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Min-catchment as an ABSOLUTE hard threshold wired into S2 (today: soft λ-tied penalty, unused by the sweep); sweep several values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 vs multiple-per-cell as explicit A/B variants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baseline_metrics: it drops un-reachable clients (ITG ≈14% of pop) while the sweep prices them at c(t_max) — make consistent before any distance-to-Pareto metric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A→B trigger: report S1-A share of facilities at/near the cap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083296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47888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66176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Urban/non-urban flag → model only non-urban, hold urban fixed (options B/C)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⊂ settlements, then restrict locations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Retune logistic to Lewis's ~5 &amp; ~45-min kinks; add flat-then-linear; sweep sensitivity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real pharmacy a,b (schools: 99 699 + 3 277.5x); ?fixed cost vs &lt;6-y care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(person-minutes / value-per-user)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Cost-function-free S3: balance #/capita vs mean travel, widen beyond the A–B segment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· replace a known X% · choose which X to close (hard)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Pharmacist-based cap (Ana); caps/thresholds pooled across countries, reported per-country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5943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value = 95th pct vs observed max?  ·  min-threshold value(s) to test?  ·  pooled-across-countries vs per-country caps?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0297406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917512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6634</Words>
  <Application>Microsoft Office PowerPoint</Application>
  <PresentationFormat>Widescreen</PresentationFormat>
  <Paragraphs>2178</Paragraphs>
  <Slides>35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2026-06-23T09:18:20Z</dcterms:modified>
</cp:coreProperties>
</file>