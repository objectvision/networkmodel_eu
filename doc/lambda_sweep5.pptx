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84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596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8636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2779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1724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1090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1779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2924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1352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8073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217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6318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8281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0430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7115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3499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9129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1240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473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3976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5773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131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2742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4133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08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05990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532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149901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873182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54821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17334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72454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682202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516058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229673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93805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632477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670177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192161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045736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239748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745872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511083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02220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154715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995549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693508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82251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258826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Bernhard's &amp; Lewis's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— replaces the old one-by-one greedy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a+bx → reduces to λ·#facilities in the LP (λ = w·a, a=100k)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λ-sweep → Pareto curve of #facilities vs travel cost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 (↓both)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 (this deck)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Inhabited-cell candidates; pharmacies merged per grid cell (1 992→1 617 in NL)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Per-region (NUTS-1) analysis — 22 regions across FR/IT/SE/NL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= the LP lower bound (travel_relax); rounded to integer by multistart, so we ship whole pharmacies — and the fractional LP is the cheap part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24528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07408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Status-quo → curve distance: coverage-honest (stranded priced at c(t_max)); a single 2-D distance metric still to formalize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params: now midpoint 30 / scale 15 min — retune to Lewis's ~5 &amp; ~45-min kinks, then sweep sensitivity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vs unconstrained-frontier gap — have per-region curves, not yet the "how far from unconstrained" comparison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FR1, ITG, SE2 vs the much-lower baseline — higher λ required? (baseline &amp; sweep use different location sets)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83296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7888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66176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 real pharmacy a,b (schools: 99 699 + 3 277.5x); decide if fixed cost depends on &lt;6-y care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pharmacies ⊂ settlements, then restrict locations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— e.g. express it in travel-time-equivalent units (person-min per facility)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Catchment-realism check outside urban areas — any cell un-servable by one pharmacy?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(easy) · replace a known X% (easy) · choose which X to close (hard)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pharmacy descriptives / country (Lewis, 22 May): #pharmacies · residents/pharmacy · #cells with &gt;1 pharmacy · avg &amp; max pharmacies in those cells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Catchment-population distribution / country (min/max/p10·25·50·75·90/avg) — per pharmacy, and with same-cell pharmacies combined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stitching (overlapping borders) · non-linear facility cost (after linear) · other travel shapes if needed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59893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 constant with vs without &lt;6-y care?  ·  logistic vs linear = the equity-weighting choice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2216039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4708</Words>
  <Application>Microsoft Office PowerPoint</Application>
  <PresentationFormat>Widescreen</PresentationFormat>
  <Paragraphs>1046</Paragraphs>
  <Slides>29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2026-06-10T12:41:54Z</dcterms:modified>
</cp:coreProperties>
</file>