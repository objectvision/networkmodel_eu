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60" r:id="rId3"/>
    <p:sldId id="261" r:id="rId4"/>
    <p:sldId id="262" r:id="rId5"/>
    <p:sldId id="257" r:id="rId6"/>
    <p:sldId id="263" r:id="rId7"/>
    <p:sldId id="258" r:id="rId8"/>
    <p:sldId id="259" r:id="rId9"/>
    <p:sldId id="264" r:id="rId10"/>
    <p:sldId id="265" r:id="rId11"/>
    <p:sldId id="266" r:id="rId12"/>
    <p:sldId id="267" r:id="rId13"/>
    <p:sldId id="268" r:id="rId14"/>
    <p:sldId id="269" r:id="rId15"/>
    <p:sldId id="317"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8" r:id="rId64"/>
    <p:sldId id="319" r:id="rId65"/>
    <p:sldId id="320" r:id="rId66"/>
    <p:sldId id="321" r:id="rId67"/>
    <p:sldId id="322" r:id="rId68"/>
    <p:sldId id="323" r:id="rId69"/>
    <p:sldId id="324" r:id="rId70"/>
    <p:sldId id="325"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749002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3615379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4093070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753462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981597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0968972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5643661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212907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580214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746100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4349838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5149951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33842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1464167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0731257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146275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9250795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4855340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0064100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5014325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8940263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661596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1308504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312715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83450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9907171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6175084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215652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084078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95321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9834325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4106874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3266503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1841614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9882538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5567439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5479558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8814559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643371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2099432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7511242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64216892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3452494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3829245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6381370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2189134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63266510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40695973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5039424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4911000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57403093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8306177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2007625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48032328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0065628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485978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34587059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467934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5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1.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41745322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p4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5646391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10311123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21169275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774911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706816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2701546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85167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17699967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452407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718372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550111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2159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614319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94788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41996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55121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549569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0201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8046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47584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097212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4753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199592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45191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506944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69352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37483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8976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79293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470779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90908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7485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4126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890413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990134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8802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9071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627595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3906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87750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192788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81027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860830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299752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84291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988440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95345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609909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0533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638874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780728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20394770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6033372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7868302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6460303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10161988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1510882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C67F627-AB03-C636-6238-38D78575672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17B3897-BD3E-4902-0D1F-87BF4F4A313A}"/>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4378811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354767-9E8B-E31A-A863-2112242A6F7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29170E5-C954-346C-A734-A4851A0DCB63}"/>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0759625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B19E91-195E-1F97-FC59-B6B6905459F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F5A0E1F-112A-FBE7-B935-21E3207C399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96778517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529D7-A448-40B1-EAD7-663BCA1708B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8EDA27D-8CCF-0FF8-2C25-14C2A2DB062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224371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D8239D-3A32-5061-66F6-345830586E6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7B36CCF-9622-0A70-AE2B-04A99523690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803299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30E947-58BE-46BA-FBA9-488EAF34EFF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47313A3-0AC2-4189-6D72-A063386049D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2458196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E7859E-F02F-9B2D-7EAF-6327EB06731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D9BF775-A1A9-1392-8D39-9829B9D499F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739456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00DCAB1-4C45-ECD3-1A55-25FB760EC44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40F9AD5-822E-04AD-9D7C-08B9D40473A0}"/>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9623212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14118</Words>
  <Application>Microsoft Office PowerPoint</Application>
  <PresentationFormat>Widescreen</PresentationFormat>
  <Paragraphs>3446</Paragraphs>
  <Slides>70</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2026-09-03T17:39:20Z</dcterms:modified>
</cp:coreProperties>
</file>