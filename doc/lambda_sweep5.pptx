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9930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3321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2033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9267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997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9051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8541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4927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272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4055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209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757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1405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2186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1288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58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4161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5237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852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1449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8318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43851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6370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790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239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50053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034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5217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1776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77822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3960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212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42994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414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583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620197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37050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561628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12886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58826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34763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056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00229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68212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70195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6026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2,957 cells · 1.85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21.2M · LOG 1.5M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639138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108015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7734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54764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685900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4420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5290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58450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505792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084555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338355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048748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748579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1758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53937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286865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234049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13616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506724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281339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167062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217122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206419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5419005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27828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7459</Words>
  <Application>Microsoft Office PowerPoint</Application>
  <PresentationFormat>Widescreen</PresentationFormat>
  <Paragraphs>2389</Paragraphs>
  <Slides>40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2026-06-23T11:52:31Z</dcterms:modified>
</cp:coreProperties>
</file>