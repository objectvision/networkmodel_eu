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0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1027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1726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63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9859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0881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0300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0371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01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4043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8370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1295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28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1406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464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4570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673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628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202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3006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3284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01449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8426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586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2343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5362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5548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2569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03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09332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98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262666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01144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710684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26959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21643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69492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8736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4646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28815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32215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66953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87200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28361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090123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898356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514435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009335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658916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719126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082188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36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274828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990732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932864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141366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87665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972773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924041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316117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FR1, ITG, SE2 vs the much-lower baseline — higher λ required? (baseline &amp; sweep use different location sets)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facility cost (after linear) · other travel shapes if needed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Mixed-integer testing of S2 for a few small regions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 indicators as in his e-mail of 22 May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locations &amp; client counts for NL and ITF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745648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60651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6365</Words>
  <Application>Microsoft Office PowerPoint</Application>
  <PresentationFormat>Widescreen</PresentationFormat>
  <Paragraphs>2089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2026-06-23T08:39:08Z</dcterms:modified>
</cp:coreProperties>
</file>